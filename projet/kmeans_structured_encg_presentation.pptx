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6633"/>
                </a:solidFill>
              </a:rPr>
              <a:t>Université Hassan 1er
ENCG Settat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C87828"/>
                </a:solidFill>
              </a:rPr>
              <a:t>Compte Rendu : Algorithme K-Means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clustering regroupe les données similaires sans labels. K-Means est l'un des algorithmes les plus utilisés.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Méthodologie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Standardisation des données</a:t>
            </a:r>
          </a:p>
          <a:p>
            <a:r>
              <a:t>2. Application de K-Means</a:t>
            </a:r>
          </a:p>
          <a:p>
            <a:r>
              <a:t>3. Réduction dimensionnelle PCA</a:t>
            </a:r>
          </a:p>
          <a:p>
            <a:r>
              <a:t>4. Évaluation des clusters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Visualisation PCA</a:t>
            </a:r>
          </a:p>
        </p:txBody>
      </p:sp>
      <p:pic>
        <p:nvPicPr>
          <p:cNvPr id="3" name="Picture 2" descr="pca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Métriques d'évaluation</a:t>
            </a:r>
          </a:p>
        </p:txBody>
      </p:sp>
      <p:pic>
        <p:nvPicPr>
          <p:cNvPr id="3" name="Picture 2" descr="metric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Tableau des résultats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Métrique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Valeur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Silhouette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0.285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Davies-Bouldin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1.389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0.897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K-Means est efficace pour segmenter les données lorsque les clusters sont bien séparés.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